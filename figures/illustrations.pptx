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BE"/>
    <a:srgbClr val="00BEA7"/>
    <a:srgbClr val="FFAB00"/>
    <a:srgbClr val="FBD900"/>
    <a:srgbClr val="FF00F3"/>
    <a:srgbClr val="000000"/>
    <a:srgbClr val="F800F2"/>
    <a:srgbClr val="00AAB0"/>
    <a:srgbClr val="FD00F2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7"/>
    <p:restoredTop sz="96281"/>
  </p:normalViewPr>
  <p:slideViewPr>
    <p:cSldViewPr snapToGrid="0">
      <p:cViewPr>
        <p:scale>
          <a:sx n="141" d="100"/>
          <a:sy n="141" d="100"/>
        </p:scale>
        <p:origin x="44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7CE4-0876-8B29-9F8B-AD04DAD0C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A287A-A2BE-9B1C-EDCE-11C639AC5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515AF-7536-38D9-35BF-1F5B5149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420B9-962B-5D6B-BD8F-E9FBDF7B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B758C-9D4A-BF1E-8419-97D9825D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63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1F39-CD14-9145-D256-C03F7B4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40E8-9E9C-C357-04D3-45CD24198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E2191-5724-385C-FD03-53C22E92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B2C0-90F5-7172-686E-CB511A6D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7E19B-7936-6DCA-3B8A-794FC464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099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8553-3FE2-6BE0-26E0-AE2E5647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2E59E-E936-A7D6-B3DC-EE521C647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5808B-6325-4FD8-2A1F-C06A50A2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61696-655B-4326-276D-55914F4A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DCCBA-4296-7D8A-F097-7EB9B398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468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5391-9843-AC57-9601-8B9C4723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D9560-042C-E37B-4C73-C5BC7F962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5D70E-852C-ECFA-ED2E-43D9EC0F8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E5AF5-4E8F-99C5-2F6A-7BF2DBEA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C8E29-1356-FFBE-97C9-32530B28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28582-598B-7138-BFF5-59DFDA28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346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2052-0E96-8BB0-3E64-8FC28F10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DF52D-6A4E-6B97-FECB-85643E3BE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45686-B78A-BB19-68FD-C6397F88C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3CA47-DC46-BE62-FFD2-185DE52CE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9A04B-7D49-D8FA-92B5-4D5B22C6C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C2DB8-2E9E-2902-BAEF-0C9E7D1E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AADDE-CD1B-6059-FD9C-D7AAA2EC9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366F7-97E0-8721-9AE3-6C7755F0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133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EB75-45B9-56AA-B38B-8F6D709D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B6B81-759E-CEC8-2538-DE84A7EF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5A5F0-2713-9408-6E8C-ABCE6927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7D705-43B0-43CD-4C2B-4D63DB3C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393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2E144-726F-32DE-55E4-180FD4C8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30F6E-9494-3113-09D0-94105C2A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3B59-CBE8-EF37-0AF2-55133D35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869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1CDB-05E8-A005-B268-26996FFD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F986-A71A-EEEB-B62D-A940355D4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9FD97-57B4-8E0A-758E-48D069A81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762BB-AB15-CA09-7EF3-CBFD0971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60AA9-621B-0DE6-0DCE-47603A8C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B5AC9-4010-B72E-2710-9CAD1C69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571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DCB7-49BA-AB14-98D4-54292D4D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C05C5-FE9C-5538-D439-FA50CB86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07DBF-ED0E-6157-046C-1FC86CC89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3A573-BE2A-310C-2C1D-8F7DFAC2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EE22D-4796-F1A6-9DA2-544C74F5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33251-53A9-D1EA-2B42-D0927287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576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840E-8BAF-DE5B-D102-197C5424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55E36-FFD8-4BD7-CA8A-75E00E992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35C35-7465-427F-29FC-15E2977C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B1CBE-0CFC-0872-2D5F-3ABB6877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3D2AF-C022-EF5F-10A5-1DCB229F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354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E26D8-F8B6-94E9-4574-42CAFA7D6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22DBA-51D4-C3F3-6347-8E8EBCD8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536E9-6E17-DB24-F9C9-99ED3B05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9F1BE-2F48-F30A-8F7C-1FA25B88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B8702-541F-117F-8E55-D23A849B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432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CB299-5876-11F6-E84D-331376D9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0449C-741C-E972-4A21-4C7A34BC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8F692-E907-7482-0FBC-BF687BDC7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40B1A-BB65-594F-80D5-CEAA47C25E29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30F0A-0298-6613-A99C-3833BB8D1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3DE02-5B32-4BC5-78A4-5E4E4CA4E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154E8-CC3D-104C-99AE-7C38EA5EEFE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997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val 352">
            <a:extLst>
              <a:ext uri="{FF2B5EF4-FFF2-40B4-BE49-F238E27FC236}">
                <a16:creationId xmlns:a16="http://schemas.microsoft.com/office/drawing/2014/main" id="{124B75A9-BCDF-2174-5B55-96B2B500015C}"/>
              </a:ext>
            </a:extLst>
          </p:cNvPr>
          <p:cNvSpPr/>
          <p:nvPr/>
        </p:nvSpPr>
        <p:spPr>
          <a:xfrm>
            <a:off x="5040000" y="32400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5611504F-5935-1D35-7EF8-52669ADCF82A}"/>
              </a:ext>
            </a:extLst>
          </p:cNvPr>
          <p:cNvSpPr/>
          <p:nvPr/>
        </p:nvSpPr>
        <p:spPr>
          <a:xfrm>
            <a:off x="5760000" y="32400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7C38C92C-3D98-48F9-03AF-DA2713603C5A}"/>
              </a:ext>
            </a:extLst>
          </p:cNvPr>
          <p:cNvSpPr/>
          <p:nvPr/>
        </p:nvSpPr>
        <p:spPr>
          <a:xfrm>
            <a:off x="7200000" y="32400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8C0AFDEB-E8FE-DB53-3002-2745D8DAE879}"/>
              </a:ext>
            </a:extLst>
          </p:cNvPr>
          <p:cNvSpPr/>
          <p:nvPr/>
        </p:nvSpPr>
        <p:spPr>
          <a:xfrm>
            <a:off x="7920000" y="32400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F268CE03-60E6-958D-AAA2-03A997BAC5F0}"/>
              </a:ext>
            </a:extLst>
          </p:cNvPr>
          <p:cNvSpPr/>
          <p:nvPr/>
        </p:nvSpPr>
        <p:spPr>
          <a:xfrm>
            <a:off x="5040000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11BD8CA4-040F-8CDD-4AB9-2692EC5ECB2B}"/>
              </a:ext>
            </a:extLst>
          </p:cNvPr>
          <p:cNvSpPr/>
          <p:nvPr/>
        </p:nvSpPr>
        <p:spPr>
          <a:xfrm>
            <a:off x="5760000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92FF2181-7A44-8877-C3E2-F870F95E782C}"/>
              </a:ext>
            </a:extLst>
          </p:cNvPr>
          <p:cNvSpPr/>
          <p:nvPr/>
        </p:nvSpPr>
        <p:spPr>
          <a:xfrm>
            <a:off x="7200000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BAE60C6B-0D42-1B45-60A0-F846F7D869B5}"/>
              </a:ext>
            </a:extLst>
          </p:cNvPr>
          <p:cNvSpPr/>
          <p:nvPr/>
        </p:nvSpPr>
        <p:spPr>
          <a:xfrm>
            <a:off x="7920000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71A28E68-ADF6-FAF5-3688-4F68530F7FC5}"/>
              </a:ext>
            </a:extLst>
          </p:cNvPr>
          <p:cNvSpPr/>
          <p:nvPr/>
        </p:nvSpPr>
        <p:spPr>
          <a:xfrm>
            <a:off x="5040000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FB42649E-7101-A0FC-9606-0D8AF8A8BA39}"/>
              </a:ext>
            </a:extLst>
          </p:cNvPr>
          <p:cNvSpPr/>
          <p:nvPr/>
        </p:nvSpPr>
        <p:spPr>
          <a:xfrm>
            <a:off x="5760000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330AAA66-8DDB-66B4-0626-891DB097E8B1}"/>
              </a:ext>
            </a:extLst>
          </p:cNvPr>
          <p:cNvSpPr/>
          <p:nvPr/>
        </p:nvSpPr>
        <p:spPr>
          <a:xfrm>
            <a:off x="7200000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4751126-B055-3145-7203-BB8965728518}"/>
              </a:ext>
            </a:extLst>
          </p:cNvPr>
          <p:cNvSpPr/>
          <p:nvPr/>
        </p:nvSpPr>
        <p:spPr>
          <a:xfrm>
            <a:off x="7920000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9A50DC6C-5E3F-B941-C3C7-993514E750EB}"/>
              </a:ext>
            </a:extLst>
          </p:cNvPr>
          <p:cNvSpPr/>
          <p:nvPr/>
        </p:nvSpPr>
        <p:spPr>
          <a:xfrm>
            <a:off x="5040000" y="57348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A62BBDC3-2B58-95BA-7BDA-1B9B4FCF0319}"/>
              </a:ext>
            </a:extLst>
          </p:cNvPr>
          <p:cNvSpPr/>
          <p:nvPr/>
        </p:nvSpPr>
        <p:spPr>
          <a:xfrm>
            <a:off x="5760000" y="57348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0096D1F2-2F5B-2FC3-C5A9-3FF425737F85}"/>
              </a:ext>
            </a:extLst>
          </p:cNvPr>
          <p:cNvSpPr/>
          <p:nvPr/>
        </p:nvSpPr>
        <p:spPr>
          <a:xfrm>
            <a:off x="7200000" y="57348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BD41D1FF-8904-9320-6A1A-7FCAA3C5D073}"/>
              </a:ext>
            </a:extLst>
          </p:cNvPr>
          <p:cNvSpPr/>
          <p:nvPr/>
        </p:nvSpPr>
        <p:spPr>
          <a:xfrm>
            <a:off x="7920000" y="57348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081FDC12-DBBB-EA54-74DC-9128FF0CBE3A}"/>
              </a:ext>
            </a:extLst>
          </p:cNvPr>
          <p:cNvSpPr/>
          <p:nvPr/>
        </p:nvSpPr>
        <p:spPr>
          <a:xfrm>
            <a:off x="467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2E02141C-7269-6A21-809C-5991F111879B}"/>
              </a:ext>
            </a:extLst>
          </p:cNvPr>
          <p:cNvSpPr/>
          <p:nvPr/>
        </p:nvSpPr>
        <p:spPr>
          <a:xfrm>
            <a:off x="611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EFD23ABB-AF5E-8CFA-D330-12097D43B826}"/>
              </a:ext>
            </a:extLst>
          </p:cNvPr>
          <p:cNvSpPr/>
          <p:nvPr/>
        </p:nvSpPr>
        <p:spPr>
          <a:xfrm>
            <a:off x="683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4908920C-93EA-CF65-DFEA-08E4FDCE4712}"/>
              </a:ext>
            </a:extLst>
          </p:cNvPr>
          <p:cNvSpPr/>
          <p:nvPr/>
        </p:nvSpPr>
        <p:spPr>
          <a:xfrm>
            <a:off x="827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4EC261B9-B3EC-B28D-8AC3-1E88BBF51CFE}"/>
              </a:ext>
            </a:extLst>
          </p:cNvPr>
          <p:cNvSpPr/>
          <p:nvPr/>
        </p:nvSpPr>
        <p:spPr>
          <a:xfrm>
            <a:off x="899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609C1B96-90AD-21B8-C305-8AC4314076EC}"/>
              </a:ext>
            </a:extLst>
          </p:cNvPr>
          <p:cNvSpPr/>
          <p:nvPr/>
        </p:nvSpPr>
        <p:spPr>
          <a:xfrm>
            <a:off x="3950448" y="26218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11D125ED-088E-3302-01FE-3EDB133A059C}"/>
              </a:ext>
            </a:extLst>
          </p:cNvPr>
          <p:cNvSpPr/>
          <p:nvPr/>
        </p:nvSpPr>
        <p:spPr>
          <a:xfrm>
            <a:off x="467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97037EB7-77E5-CC1C-D1F0-05D1848724EC}"/>
              </a:ext>
            </a:extLst>
          </p:cNvPr>
          <p:cNvSpPr/>
          <p:nvPr/>
        </p:nvSpPr>
        <p:spPr>
          <a:xfrm>
            <a:off x="611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1CD19759-396F-4641-AF6B-A233EEF8AE5C}"/>
              </a:ext>
            </a:extLst>
          </p:cNvPr>
          <p:cNvSpPr/>
          <p:nvPr/>
        </p:nvSpPr>
        <p:spPr>
          <a:xfrm>
            <a:off x="683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752E0047-20C4-A9AB-579A-3D0C7CBE060B}"/>
              </a:ext>
            </a:extLst>
          </p:cNvPr>
          <p:cNvSpPr/>
          <p:nvPr/>
        </p:nvSpPr>
        <p:spPr>
          <a:xfrm>
            <a:off x="827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9C72FFA2-034B-975A-87A6-15250D56ED1B}"/>
              </a:ext>
            </a:extLst>
          </p:cNvPr>
          <p:cNvSpPr/>
          <p:nvPr/>
        </p:nvSpPr>
        <p:spPr>
          <a:xfrm>
            <a:off x="899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A630D3EE-0FD5-6BF4-B037-3A0F92E0C326}"/>
              </a:ext>
            </a:extLst>
          </p:cNvPr>
          <p:cNvSpPr/>
          <p:nvPr/>
        </p:nvSpPr>
        <p:spPr>
          <a:xfrm>
            <a:off x="3950448" y="38674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13AE00BB-2E6C-D9EC-BF92-C3DEB4E3F30A}"/>
              </a:ext>
            </a:extLst>
          </p:cNvPr>
          <p:cNvSpPr/>
          <p:nvPr/>
        </p:nvSpPr>
        <p:spPr>
          <a:xfrm>
            <a:off x="4670448" y="13762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3A5AEC25-5280-4202-014D-26CBC0D23F3E}"/>
              </a:ext>
            </a:extLst>
          </p:cNvPr>
          <p:cNvSpPr/>
          <p:nvPr/>
        </p:nvSpPr>
        <p:spPr>
          <a:xfrm>
            <a:off x="6110448" y="13762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95928590-EB8E-A20C-6BAE-5E1400296BA4}"/>
              </a:ext>
            </a:extLst>
          </p:cNvPr>
          <p:cNvSpPr/>
          <p:nvPr/>
        </p:nvSpPr>
        <p:spPr>
          <a:xfrm>
            <a:off x="6830448" y="13762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802FA979-B24F-AFE3-EA19-59A04642D3BC}"/>
              </a:ext>
            </a:extLst>
          </p:cNvPr>
          <p:cNvSpPr/>
          <p:nvPr/>
        </p:nvSpPr>
        <p:spPr>
          <a:xfrm>
            <a:off x="3950448" y="13762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4FDB5F6C-1725-64DB-1E93-9C51AD9550D2}"/>
              </a:ext>
            </a:extLst>
          </p:cNvPr>
          <p:cNvSpPr/>
          <p:nvPr/>
        </p:nvSpPr>
        <p:spPr>
          <a:xfrm>
            <a:off x="467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A171B076-01F1-BBCF-936D-25006266A176}"/>
              </a:ext>
            </a:extLst>
          </p:cNvPr>
          <p:cNvSpPr/>
          <p:nvPr/>
        </p:nvSpPr>
        <p:spPr>
          <a:xfrm>
            <a:off x="611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2B8EF7BF-9CF2-AEAF-EEC0-335E52296297}"/>
              </a:ext>
            </a:extLst>
          </p:cNvPr>
          <p:cNvSpPr/>
          <p:nvPr/>
        </p:nvSpPr>
        <p:spPr>
          <a:xfrm>
            <a:off x="683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754F8ECF-E3B3-54CE-D026-81A331969B95}"/>
              </a:ext>
            </a:extLst>
          </p:cNvPr>
          <p:cNvSpPr/>
          <p:nvPr/>
        </p:nvSpPr>
        <p:spPr>
          <a:xfrm>
            <a:off x="395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0E64E75E-959C-49E0-071C-683151BA2102}"/>
              </a:ext>
            </a:extLst>
          </p:cNvPr>
          <p:cNvSpPr/>
          <p:nvPr/>
        </p:nvSpPr>
        <p:spPr>
          <a:xfrm>
            <a:off x="5044242" y="7452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583C40B2-D4BA-EECA-FE0E-B26B001DDA83}"/>
              </a:ext>
            </a:extLst>
          </p:cNvPr>
          <p:cNvSpPr/>
          <p:nvPr/>
        </p:nvSpPr>
        <p:spPr>
          <a:xfrm>
            <a:off x="5764242" y="7452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F544CCBA-898B-FE72-D1D6-442486EA7DA8}"/>
              </a:ext>
            </a:extLst>
          </p:cNvPr>
          <p:cNvSpPr/>
          <p:nvPr/>
        </p:nvSpPr>
        <p:spPr>
          <a:xfrm>
            <a:off x="7204242" y="7452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26F0CCBA-8795-31EF-D4AB-77F294DB4E89}"/>
              </a:ext>
            </a:extLst>
          </p:cNvPr>
          <p:cNvSpPr/>
          <p:nvPr/>
        </p:nvSpPr>
        <p:spPr>
          <a:xfrm>
            <a:off x="7924242" y="7452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C3EE5CC5-4057-22D6-7F5B-89A899158F15}"/>
              </a:ext>
            </a:extLst>
          </p:cNvPr>
          <p:cNvCxnSpPr>
            <a:cxnSpLocks/>
            <a:stCxn id="353" idx="5"/>
            <a:endCxn id="409" idx="1"/>
          </p:cNvCxnSpPr>
          <p:nvPr/>
        </p:nvCxnSpPr>
        <p:spPr>
          <a:xfrm>
            <a:off x="5169007" y="3369318"/>
            <a:ext cx="963575" cy="520308"/>
          </a:xfrm>
          <a:prstGeom prst="straightConnector1">
            <a:avLst/>
          </a:prstGeom>
          <a:ln w="38100">
            <a:solidFill>
              <a:srgbClr val="FF00F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CBD0E08E-46EB-5BDC-3EF9-E60A9CB111FF}"/>
              </a:ext>
            </a:extLst>
          </p:cNvPr>
          <p:cNvCxnSpPr>
            <a:cxnSpLocks/>
            <a:stCxn id="401" idx="3"/>
            <a:endCxn id="353" idx="7"/>
          </p:cNvCxnSpPr>
          <p:nvPr/>
        </p:nvCxnSpPr>
        <p:spPr>
          <a:xfrm flipH="1">
            <a:off x="5169007" y="2751156"/>
            <a:ext cx="963575" cy="511032"/>
          </a:xfrm>
          <a:prstGeom prst="straightConnector1">
            <a:avLst/>
          </a:prstGeom>
          <a:ln w="38100">
            <a:solidFill>
              <a:srgbClr val="00A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C5F22BDD-B012-DB2B-72BC-197809680D09}"/>
              </a:ext>
            </a:extLst>
          </p:cNvPr>
          <p:cNvCxnSpPr>
            <a:cxnSpLocks/>
            <a:stCxn id="409" idx="0"/>
            <a:endCxn id="401" idx="4"/>
          </p:cNvCxnSpPr>
          <p:nvPr/>
        </p:nvCxnSpPr>
        <p:spPr>
          <a:xfrm flipV="1">
            <a:off x="6186019" y="2773344"/>
            <a:ext cx="0" cy="1094094"/>
          </a:xfrm>
          <a:prstGeom prst="straightConnector1">
            <a:avLst/>
          </a:prstGeom>
          <a:ln w="38100">
            <a:solidFill>
              <a:srgbClr val="FFA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D4B53BAB-B081-97CF-E73D-610513287343}"/>
              </a:ext>
            </a:extLst>
          </p:cNvPr>
          <p:cNvCxnSpPr>
            <a:cxnSpLocks/>
            <a:stCxn id="387" idx="3"/>
            <a:endCxn id="401" idx="7"/>
          </p:cNvCxnSpPr>
          <p:nvPr/>
        </p:nvCxnSpPr>
        <p:spPr>
          <a:xfrm flipH="1">
            <a:off x="6239455" y="2123718"/>
            <a:ext cx="982679" cy="520308"/>
          </a:xfrm>
          <a:prstGeom prst="straightConnector1">
            <a:avLst/>
          </a:prstGeom>
          <a:ln w="38100">
            <a:solidFill>
              <a:srgbClr val="00ADBE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7EBF153C-182B-28AA-21DD-D95DBB13E12B}"/>
              </a:ext>
            </a:extLst>
          </p:cNvPr>
          <p:cNvCxnSpPr>
            <a:cxnSpLocks/>
            <a:stCxn id="401" idx="5"/>
            <a:endCxn id="356" idx="1"/>
          </p:cNvCxnSpPr>
          <p:nvPr/>
        </p:nvCxnSpPr>
        <p:spPr>
          <a:xfrm>
            <a:off x="6239455" y="2751156"/>
            <a:ext cx="982679" cy="511032"/>
          </a:xfrm>
          <a:prstGeom prst="straightConnector1">
            <a:avLst/>
          </a:prstGeom>
          <a:ln w="38100">
            <a:solidFill>
              <a:srgbClr val="FF00F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Arrow Connector 590">
            <a:extLst>
              <a:ext uri="{FF2B5EF4-FFF2-40B4-BE49-F238E27FC236}">
                <a16:creationId xmlns:a16="http://schemas.microsoft.com/office/drawing/2014/main" id="{CA08539B-FD80-CA6B-4570-4B8CB708F267}"/>
              </a:ext>
            </a:extLst>
          </p:cNvPr>
          <p:cNvCxnSpPr>
            <a:cxnSpLocks/>
            <a:stCxn id="356" idx="3"/>
            <a:endCxn id="409" idx="7"/>
          </p:cNvCxnSpPr>
          <p:nvPr/>
        </p:nvCxnSpPr>
        <p:spPr>
          <a:xfrm flipH="1">
            <a:off x="6239455" y="3369318"/>
            <a:ext cx="982679" cy="520308"/>
          </a:xfrm>
          <a:prstGeom prst="straightConnector1">
            <a:avLst/>
          </a:prstGeom>
          <a:ln w="38100">
            <a:solidFill>
              <a:srgbClr val="00A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Arrow Connector 593">
            <a:extLst>
              <a:ext uri="{FF2B5EF4-FFF2-40B4-BE49-F238E27FC236}">
                <a16:creationId xmlns:a16="http://schemas.microsoft.com/office/drawing/2014/main" id="{CE23EB9C-B9A9-33CA-1696-73A81D4114B4}"/>
              </a:ext>
            </a:extLst>
          </p:cNvPr>
          <p:cNvCxnSpPr>
            <a:cxnSpLocks/>
            <a:stCxn id="356" idx="0"/>
            <a:endCxn id="387" idx="4"/>
          </p:cNvCxnSpPr>
          <p:nvPr/>
        </p:nvCxnSpPr>
        <p:spPr>
          <a:xfrm flipV="1">
            <a:off x="7275571" y="2145906"/>
            <a:ext cx="0" cy="1094094"/>
          </a:xfrm>
          <a:prstGeom prst="straightConnector1">
            <a:avLst/>
          </a:prstGeom>
          <a:ln w="38100">
            <a:solidFill>
              <a:srgbClr val="FFA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Arrow Connector 596">
            <a:extLst>
              <a:ext uri="{FF2B5EF4-FFF2-40B4-BE49-F238E27FC236}">
                <a16:creationId xmlns:a16="http://schemas.microsoft.com/office/drawing/2014/main" id="{BF0C1A3B-01D6-874F-0993-6623DDE55BCE}"/>
              </a:ext>
            </a:extLst>
          </p:cNvPr>
          <p:cNvCxnSpPr>
            <a:cxnSpLocks/>
            <a:stCxn id="379" idx="0"/>
            <a:endCxn id="356" idx="4"/>
          </p:cNvCxnSpPr>
          <p:nvPr/>
        </p:nvCxnSpPr>
        <p:spPr>
          <a:xfrm flipV="1">
            <a:off x="7275571" y="3391506"/>
            <a:ext cx="0" cy="1094094"/>
          </a:xfrm>
          <a:prstGeom prst="straightConnector1">
            <a:avLst/>
          </a:prstGeom>
          <a:ln w="38100">
            <a:solidFill>
              <a:srgbClr val="FFAB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597361EB-3FD3-5179-8FCA-C3ED588FD94E}"/>
              </a:ext>
            </a:extLst>
          </p:cNvPr>
          <p:cNvCxnSpPr>
            <a:cxnSpLocks/>
            <a:stCxn id="409" idx="5"/>
            <a:endCxn id="379" idx="1"/>
          </p:cNvCxnSpPr>
          <p:nvPr/>
        </p:nvCxnSpPr>
        <p:spPr>
          <a:xfrm>
            <a:off x="6239455" y="3996756"/>
            <a:ext cx="982679" cy="511032"/>
          </a:xfrm>
          <a:prstGeom prst="straightConnector1">
            <a:avLst/>
          </a:prstGeom>
          <a:ln w="38100">
            <a:solidFill>
              <a:srgbClr val="FF00F3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EF27CC7C-B657-3515-0637-62804880F79D}"/>
              </a:ext>
            </a:extLst>
          </p:cNvPr>
          <p:cNvCxnSpPr>
            <a:cxnSpLocks/>
            <a:stCxn id="356" idx="5"/>
            <a:endCxn id="411" idx="1"/>
          </p:cNvCxnSpPr>
          <p:nvPr/>
        </p:nvCxnSpPr>
        <p:spPr>
          <a:xfrm>
            <a:off x="7329007" y="3369318"/>
            <a:ext cx="963575" cy="520308"/>
          </a:xfrm>
          <a:prstGeom prst="straightConnector1">
            <a:avLst/>
          </a:prstGeom>
          <a:ln w="38100">
            <a:solidFill>
              <a:srgbClr val="FF00F3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8340F0F6-4370-5F2D-2C9C-947EDF568EAB}"/>
              </a:ext>
            </a:extLst>
          </p:cNvPr>
          <p:cNvCxnSpPr>
            <a:cxnSpLocks/>
            <a:stCxn id="403" idx="3"/>
            <a:endCxn id="356" idx="7"/>
          </p:cNvCxnSpPr>
          <p:nvPr/>
        </p:nvCxnSpPr>
        <p:spPr>
          <a:xfrm flipH="1">
            <a:off x="7329007" y="2751156"/>
            <a:ext cx="963575" cy="511032"/>
          </a:xfrm>
          <a:prstGeom prst="straightConnector1">
            <a:avLst/>
          </a:prstGeom>
          <a:ln w="38100">
            <a:solidFill>
              <a:srgbClr val="00ADBE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Arrow Connector 608">
            <a:extLst>
              <a:ext uri="{FF2B5EF4-FFF2-40B4-BE49-F238E27FC236}">
                <a16:creationId xmlns:a16="http://schemas.microsoft.com/office/drawing/2014/main" id="{CA641AF6-D14D-B36C-0351-6CAC3CF2F8FA}"/>
              </a:ext>
            </a:extLst>
          </p:cNvPr>
          <p:cNvCxnSpPr>
            <a:cxnSpLocks/>
            <a:stCxn id="411" idx="0"/>
            <a:endCxn id="403" idx="4"/>
          </p:cNvCxnSpPr>
          <p:nvPr/>
        </p:nvCxnSpPr>
        <p:spPr>
          <a:xfrm flipV="1">
            <a:off x="8346019" y="2773344"/>
            <a:ext cx="0" cy="1094094"/>
          </a:xfrm>
          <a:prstGeom prst="straightConnector1">
            <a:avLst/>
          </a:prstGeom>
          <a:ln w="38100">
            <a:solidFill>
              <a:srgbClr val="FFAB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440">
            <a:extLst>
              <a:ext uri="{FF2B5EF4-FFF2-40B4-BE49-F238E27FC236}">
                <a16:creationId xmlns:a16="http://schemas.microsoft.com/office/drawing/2014/main" id="{DD144BF3-0B68-0C33-9668-4310EAEF6530}"/>
              </a:ext>
            </a:extLst>
          </p:cNvPr>
          <p:cNvSpPr/>
          <p:nvPr/>
        </p:nvSpPr>
        <p:spPr>
          <a:xfrm>
            <a:off x="2856640" y="1194919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16" name="Rounded Rectangle 440">
            <a:extLst>
              <a:ext uri="{FF2B5EF4-FFF2-40B4-BE49-F238E27FC236}">
                <a16:creationId xmlns:a16="http://schemas.microsoft.com/office/drawing/2014/main" id="{A8429B10-6D1D-37CD-841F-74F528BE48BE}"/>
              </a:ext>
            </a:extLst>
          </p:cNvPr>
          <p:cNvSpPr/>
          <p:nvPr/>
        </p:nvSpPr>
        <p:spPr>
          <a:xfrm>
            <a:off x="2838656" y="3721505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21" name="Rounded Rectangle 440">
            <a:extLst>
              <a:ext uri="{FF2B5EF4-FFF2-40B4-BE49-F238E27FC236}">
                <a16:creationId xmlns:a16="http://schemas.microsoft.com/office/drawing/2014/main" id="{260F448C-ECFA-EFA9-AF7E-4B50D342C290}"/>
              </a:ext>
            </a:extLst>
          </p:cNvPr>
          <p:cNvSpPr/>
          <p:nvPr/>
        </p:nvSpPr>
        <p:spPr>
          <a:xfrm>
            <a:off x="7146564" y="1172018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22" name="Rounded Rectangle 440">
            <a:extLst>
              <a:ext uri="{FF2B5EF4-FFF2-40B4-BE49-F238E27FC236}">
                <a16:creationId xmlns:a16="http://schemas.microsoft.com/office/drawing/2014/main" id="{A5ECC23E-26B8-A998-1AD4-AC2CD138FA1D}"/>
              </a:ext>
            </a:extLst>
          </p:cNvPr>
          <p:cNvSpPr/>
          <p:nvPr/>
        </p:nvSpPr>
        <p:spPr>
          <a:xfrm>
            <a:off x="7143005" y="3698259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DEBAC733-9416-4978-AA71-D3BF2064EB8E}"/>
              </a:ext>
            </a:extLst>
          </p:cNvPr>
          <p:cNvSpPr/>
          <p:nvPr/>
        </p:nvSpPr>
        <p:spPr>
          <a:xfrm>
            <a:off x="9360000" y="1996781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98" name="Oval 697">
            <a:extLst>
              <a:ext uri="{FF2B5EF4-FFF2-40B4-BE49-F238E27FC236}">
                <a16:creationId xmlns:a16="http://schemas.microsoft.com/office/drawing/2014/main" id="{E7008AB1-D3EC-D9F6-15B3-D00AA3153E08}"/>
              </a:ext>
            </a:extLst>
          </p:cNvPr>
          <p:cNvSpPr/>
          <p:nvPr/>
        </p:nvSpPr>
        <p:spPr>
          <a:xfrm>
            <a:off x="10080000" y="1996781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D777490A-DC8E-65E3-E3BB-F8F090C3224D}"/>
              </a:ext>
            </a:extLst>
          </p:cNvPr>
          <p:cNvSpPr/>
          <p:nvPr/>
        </p:nvSpPr>
        <p:spPr>
          <a:xfrm>
            <a:off x="8990448" y="1378619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22EF5552-B7A6-9D4A-96D7-74D5B5AF4778}"/>
              </a:ext>
            </a:extLst>
          </p:cNvPr>
          <p:cNvSpPr/>
          <p:nvPr/>
        </p:nvSpPr>
        <p:spPr>
          <a:xfrm>
            <a:off x="8270448" y="1378619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B4A24EB6-31EE-4EA9-1EBC-50AED2EFED4F}"/>
              </a:ext>
            </a:extLst>
          </p:cNvPr>
          <p:cNvSpPr/>
          <p:nvPr/>
        </p:nvSpPr>
        <p:spPr>
          <a:xfrm>
            <a:off x="6110448" y="635347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2" name="Oval 701">
            <a:extLst>
              <a:ext uri="{FF2B5EF4-FFF2-40B4-BE49-F238E27FC236}">
                <a16:creationId xmlns:a16="http://schemas.microsoft.com/office/drawing/2014/main" id="{0D47767E-01B6-9038-77F2-1D70A49059D7}"/>
              </a:ext>
            </a:extLst>
          </p:cNvPr>
          <p:cNvSpPr/>
          <p:nvPr/>
        </p:nvSpPr>
        <p:spPr>
          <a:xfrm>
            <a:off x="6830448" y="635347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FD23874E-BC62-B03C-3018-18645D14841F}"/>
              </a:ext>
            </a:extLst>
          </p:cNvPr>
          <p:cNvSpPr/>
          <p:nvPr/>
        </p:nvSpPr>
        <p:spPr>
          <a:xfrm>
            <a:off x="2879862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4" name="Oval 703">
            <a:extLst>
              <a:ext uri="{FF2B5EF4-FFF2-40B4-BE49-F238E27FC236}">
                <a16:creationId xmlns:a16="http://schemas.microsoft.com/office/drawing/2014/main" id="{37EF975C-DCFE-6D13-4EE3-B332C0514FAE}"/>
              </a:ext>
            </a:extLst>
          </p:cNvPr>
          <p:cNvSpPr/>
          <p:nvPr/>
        </p:nvSpPr>
        <p:spPr>
          <a:xfrm>
            <a:off x="3599862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5" name="Oval 704">
            <a:extLst>
              <a:ext uri="{FF2B5EF4-FFF2-40B4-BE49-F238E27FC236}">
                <a16:creationId xmlns:a16="http://schemas.microsoft.com/office/drawing/2014/main" id="{FF96A0F7-3FCD-F634-0178-484E1F7F1A99}"/>
              </a:ext>
            </a:extLst>
          </p:cNvPr>
          <p:cNvSpPr/>
          <p:nvPr/>
        </p:nvSpPr>
        <p:spPr>
          <a:xfrm>
            <a:off x="9352918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69FFCE4B-0FC9-D582-DD55-F5A85877451D}"/>
              </a:ext>
            </a:extLst>
          </p:cNvPr>
          <p:cNvSpPr/>
          <p:nvPr/>
        </p:nvSpPr>
        <p:spPr>
          <a:xfrm>
            <a:off x="10072918" y="44856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7" name="Oval 706">
            <a:extLst>
              <a:ext uri="{FF2B5EF4-FFF2-40B4-BE49-F238E27FC236}">
                <a16:creationId xmlns:a16="http://schemas.microsoft.com/office/drawing/2014/main" id="{E332452C-2A05-C3E3-725F-64F122476802}"/>
              </a:ext>
            </a:extLst>
          </p:cNvPr>
          <p:cNvSpPr/>
          <p:nvPr/>
        </p:nvSpPr>
        <p:spPr>
          <a:xfrm>
            <a:off x="827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8" name="Oval 707">
            <a:extLst>
              <a:ext uri="{FF2B5EF4-FFF2-40B4-BE49-F238E27FC236}">
                <a16:creationId xmlns:a16="http://schemas.microsoft.com/office/drawing/2014/main" id="{967DF2F6-1D61-EDBC-0573-DE20A5FD058A}"/>
              </a:ext>
            </a:extLst>
          </p:cNvPr>
          <p:cNvSpPr/>
          <p:nvPr/>
        </p:nvSpPr>
        <p:spPr>
          <a:xfrm>
            <a:off x="8990448" y="5116638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09" name="Oval 708">
            <a:extLst>
              <a:ext uri="{FF2B5EF4-FFF2-40B4-BE49-F238E27FC236}">
                <a16:creationId xmlns:a16="http://schemas.microsoft.com/office/drawing/2014/main" id="{E422C336-3AB0-F914-4D2E-E313122EE799}"/>
              </a:ext>
            </a:extLst>
          </p:cNvPr>
          <p:cNvSpPr/>
          <p:nvPr/>
        </p:nvSpPr>
        <p:spPr>
          <a:xfrm>
            <a:off x="2915513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10" name="Oval 709">
            <a:extLst>
              <a:ext uri="{FF2B5EF4-FFF2-40B4-BE49-F238E27FC236}">
                <a16:creationId xmlns:a16="http://schemas.microsoft.com/office/drawing/2014/main" id="{F6A095A2-9A55-1A5D-A19E-D272A58B00F8}"/>
              </a:ext>
            </a:extLst>
          </p:cNvPr>
          <p:cNvSpPr/>
          <p:nvPr/>
        </p:nvSpPr>
        <p:spPr>
          <a:xfrm>
            <a:off x="3635513" y="199440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11" name="Oval 710">
            <a:extLst>
              <a:ext uri="{FF2B5EF4-FFF2-40B4-BE49-F238E27FC236}">
                <a16:creationId xmlns:a16="http://schemas.microsoft.com/office/drawing/2014/main" id="{02871D26-2126-50FF-C914-7F8034E54FEA}"/>
              </a:ext>
            </a:extLst>
          </p:cNvPr>
          <p:cNvSpPr/>
          <p:nvPr/>
        </p:nvSpPr>
        <p:spPr>
          <a:xfrm>
            <a:off x="6110448" y="12891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12" name="Oval 711">
            <a:extLst>
              <a:ext uri="{FF2B5EF4-FFF2-40B4-BE49-F238E27FC236}">
                <a16:creationId xmlns:a16="http://schemas.microsoft.com/office/drawing/2014/main" id="{5080C362-C004-6D0E-4786-6ED62BA0D55E}"/>
              </a:ext>
            </a:extLst>
          </p:cNvPr>
          <p:cNvSpPr/>
          <p:nvPr/>
        </p:nvSpPr>
        <p:spPr>
          <a:xfrm>
            <a:off x="6830448" y="128910"/>
            <a:ext cx="151141" cy="15150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13" name="Rounded Rectangle 440">
            <a:extLst>
              <a:ext uri="{FF2B5EF4-FFF2-40B4-BE49-F238E27FC236}">
                <a16:creationId xmlns:a16="http://schemas.microsoft.com/office/drawing/2014/main" id="{D1203B67-9304-830B-8F57-250544FDBA20}"/>
              </a:ext>
            </a:extLst>
          </p:cNvPr>
          <p:cNvSpPr/>
          <p:nvPr/>
        </p:nvSpPr>
        <p:spPr>
          <a:xfrm>
            <a:off x="4986425" y="-51394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14" name="Rounded Rectangle 440">
            <a:extLst>
              <a:ext uri="{FF2B5EF4-FFF2-40B4-BE49-F238E27FC236}">
                <a16:creationId xmlns:a16="http://schemas.microsoft.com/office/drawing/2014/main" id="{72B1B2CF-54EE-BF5B-1939-49E758746F0E}"/>
              </a:ext>
            </a:extLst>
          </p:cNvPr>
          <p:cNvSpPr/>
          <p:nvPr/>
        </p:nvSpPr>
        <p:spPr>
          <a:xfrm>
            <a:off x="4990831" y="4930424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94C5FF1A-5644-EFF0-84B7-72FEC9E13B87}"/>
                  </a:ext>
                </a:extLst>
              </p:cNvPr>
              <p:cNvSpPr txBox="1"/>
              <p:nvPr/>
            </p:nvSpPr>
            <p:spPr>
              <a:xfrm>
                <a:off x="2655121" y="4136424"/>
                <a:ext cx="600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94C5FF1A-5644-EFF0-84B7-72FEC9E13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121" y="4136424"/>
                <a:ext cx="6004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6" name="TextBox 715">
                <a:extLst>
                  <a:ext uri="{FF2B5EF4-FFF2-40B4-BE49-F238E27FC236}">
                    <a16:creationId xmlns:a16="http://schemas.microsoft.com/office/drawing/2014/main" id="{82A6E94F-BD82-B7D2-7380-7632C7D42082}"/>
                  </a:ext>
                </a:extLst>
              </p:cNvPr>
              <p:cNvSpPr txBox="1"/>
              <p:nvPr/>
            </p:nvSpPr>
            <p:spPr>
              <a:xfrm>
                <a:off x="3363780" y="4136424"/>
                <a:ext cx="6108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6" name="TextBox 715">
                <a:extLst>
                  <a:ext uri="{FF2B5EF4-FFF2-40B4-BE49-F238E27FC236}">
                    <a16:creationId xmlns:a16="http://schemas.microsoft.com/office/drawing/2014/main" id="{82A6E94F-BD82-B7D2-7380-7632C7D42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780" y="4136424"/>
                <a:ext cx="61087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8" name="TextBox 717">
                <a:extLst>
                  <a:ext uri="{FF2B5EF4-FFF2-40B4-BE49-F238E27FC236}">
                    <a16:creationId xmlns:a16="http://schemas.microsoft.com/office/drawing/2014/main" id="{05DB45CF-F887-1BE1-E512-994FF2912146}"/>
                  </a:ext>
                </a:extLst>
              </p:cNvPr>
              <p:cNvSpPr txBox="1"/>
              <p:nvPr/>
            </p:nvSpPr>
            <p:spPr>
              <a:xfrm>
                <a:off x="3730539" y="3521059"/>
                <a:ext cx="600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8" name="TextBox 717">
                <a:extLst>
                  <a:ext uri="{FF2B5EF4-FFF2-40B4-BE49-F238E27FC236}">
                    <a16:creationId xmlns:a16="http://schemas.microsoft.com/office/drawing/2014/main" id="{05DB45CF-F887-1BE1-E512-994FF2912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539" y="3521059"/>
                <a:ext cx="6004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9159A75B-BB27-4079-B68C-A6A5CA6DEE11}"/>
                  </a:ext>
                </a:extLst>
              </p:cNvPr>
              <p:cNvSpPr txBox="1"/>
              <p:nvPr/>
            </p:nvSpPr>
            <p:spPr>
              <a:xfrm>
                <a:off x="4439198" y="3521059"/>
                <a:ext cx="6108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9159A75B-BB27-4079-B68C-A6A5CA6DE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98" y="3521059"/>
                <a:ext cx="6108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0" name="TextBox 719">
                <a:extLst>
                  <a:ext uri="{FF2B5EF4-FFF2-40B4-BE49-F238E27FC236}">
                    <a16:creationId xmlns:a16="http://schemas.microsoft.com/office/drawing/2014/main" id="{EF04CD70-EA99-C606-87B6-8CA4CC5A9D01}"/>
                  </a:ext>
                </a:extLst>
              </p:cNvPr>
              <p:cNvSpPr txBox="1"/>
              <p:nvPr/>
            </p:nvSpPr>
            <p:spPr>
              <a:xfrm>
                <a:off x="3730539" y="4782615"/>
                <a:ext cx="600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0" name="TextBox 719">
                <a:extLst>
                  <a:ext uri="{FF2B5EF4-FFF2-40B4-BE49-F238E27FC236}">
                    <a16:creationId xmlns:a16="http://schemas.microsoft.com/office/drawing/2014/main" id="{EF04CD70-EA99-C606-87B6-8CA4CC5A9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539" y="4782615"/>
                <a:ext cx="6004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D6394E0F-002F-47BA-5AE2-AB38245BD7B9}"/>
                  </a:ext>
                </a:extLst>
              </p:cNvPr>
              <p:cNvSpPr txBox="1"/>
              <p:nvPr/>
            </p:nvSpPr>
            <p:spPr>
              <a:xfrm>
                <a:off x="4439198" y="4782615"/>
                <a:ext cx="6108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D6394E0F-002F-47BA-5AE2-AB38245BD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98" y="4782615"/>
                <a:ext cx="6108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2" name="TextBox 721">
                <a:extLst>
                  <a:ext uri="{FF2B5EF4-FFF2-40B4-BE49-F238E27FC236}">
                    <a16:creationId xmlns:a16="http://schemas.microsoft.com/office/drawing/2014/main" id="{391DC4A0-BF6E-A26B-E1ED-9FD0A60C7397}"/>
                  </a:ext>
                </a:extLst>
              </p:cNvPr>
              <p:cNvSpPr txBox="1"/>
              <p:nvPr/>
            </p:nvSpPr>
            <p:spPr>
              <a:xfrm>
                <a:off x="4822411" y="4130458"/>
                <a:ext cx="600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2" name="TextBox 721">
                <a:extLst>
                  <a:ext uri="{FF2B5EF4-FFF2-40B4-BE49-F238E27FC236}">
                    <a16:creationId xmlns:a16="http://schemas.microsoft.com/office/drawing/2014/main" id="{391DC4A0-BF6E-A26B-E1ED-9FD0A60C7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411" y="4130458"/>
                <a:ext cx="60048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3" name="TextBox 722">
                <a:extLst>
                  <a:ext uri="{FF2B5EF4-FFF2-40B4-BE49-F238E27FC236}">
                    <a16:creationId xmlns:a16="http://schemas.microsoft.com/office/drawing/2014/main" id="{B05E7486-BE8B-9758-6C1C-1A5D0C3C1CCF}"/>
                  </a:ext>
                </a:extLst>
              </p:cNvPr>
              <p:cNvSpPr txBox="1"/>
              <p:nvPr/>
            </p:nvSpPr>
            <p:spPr>
              <a:xfrm>
                <a:off x="5531070" y="4130458"/>
                <a:ext cx="6108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3" name="TextBox 722">
                <a:extLst>
                  <a:ext uri="{FF2B5EF4-FFF2-40B4-BE49-F238E27FC236}">
                    <a16:creationId xmlns:a16="http://schemas.microsoft.com/office/drawing/2014/main" id="{B05E7486-BE8B-9758-6C1C-1A5D0C3C1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070" y="4130458"/>
                <a:ext cx="6108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4" name="Rounded Rectangle 440">
            <a:extLst>
              <a:ext uri="{FF2B5EF4-FFF2-40B4-BE49-F238E27FC236}">
                <a16:creationId xmlns:a16="http://schemas.microsoft.com/office/drawing/2014/main" id="{CB161197-54AC-EBD6-BB52-5604214ED403}"/>
              </a:ext>
            </a:extLst>
          </p:cNvPr>
          <p:cNvSpPr/>
          <p:nvPr/>
        </p:nvSpPr>
        <p:spPr>
          <a:xfrm>
            <a:off x="4986425" y="2441820"/>
            <a:ext cx="3116369" cy="1760257"/>
          </a:xfrm>
          <a:custGeom>
            <a:avLst/>
            <a:gdLst>
              <a:gd name="connsiteX0" fmla="*/ 0 w 2125975"/>
              <a:gd name="connsiteY0" fmla="*/ 292853 h 1757082"/>
              <a:gd name="connsiteX1" fmla="*/ 29285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292853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292853 h 1757082"/>
              <a:gd name="connsiteX0" fmla="*/ 0 w 2125975"/>
              <a:gd name="connsiteY0" fmla="*/ 746562 h 1757082"/>
              <a:gd name="connsiteX1" fmla="*/ 1249133 w 2125975"/>
              <a:gd name="connsiteY1" fmla="*/ 0 h 1757082"/>
              <a:gd name="connsiteX2" fmla="*/ 1833122 w 2125975"/>
              <a:gd name="connsiteY2" fmla="*/ 0 h 1757082"/>
              <a:gd name="connsiteX3" fmla="*/ 2125975 w 2125975"/>
              <a:gd name="connsiteY3" fmla="*/ 292853 h 1757082"/>
              <a:gd name="connsiteX4" fmla="*/ 2125975 w 2125975"/>
              <a:gd name="connsiteY4" fmla="*/ 1464229 h 1757082"/>
              <a:gd name="connsiteX5" fmla="*/ 1833122 w 2125975"/>
              <a:gd name="connsiteY5" fmla="*/ 1757082 h 1757082"/>
              <a:gd name="connsiteX6" fmla="*/ 292853 w 2125975"/>
              <a:gd name="connsiteY6" fmla="*/ 1757082 h 1757082"/>
              <a:gd name="connsiteX7" fmla="*/ 0 w 2125975"/>
              <a:gd name="connsiteY7" fmla="*/ 1464229 h 1757082"/>
              <a:gd name="connsiteX8" fmla="*/ 0 w 2125975"/>
              <a:gd name="connsiteY8" fmla="*/ 746562 h 1757082"/>
              <a:gd name="connsiteX0" fmla="*/ 6980 w 2132955"/>
              <a:gd name="connsiteY0" fmla="*/ 746562 h 1757082"/>
              <a:gd name="connsiteX1" fmla="*/ 1256113 w 2132955"/>
              <a:gd name="connsiteY1" fmla="*/ 0 h 1757082"/>
              <a:gd name="connsiteX2" fmla="*/ 1840102 w 2132955"/>
              <a:gd name="connsiteY2" fmla="*/ 0 h 1757082"/>
              <a:gd name="connsiteX3" fmla="*/ 2132955 w 2132955"/>
              <a:gd name="connsiteY3" fmla="*/ 292853 h 1757082"/>
              <a:gd name="connsiteX4" fmla="*/ 2132955 w 2132955"/>
              <a:gd name="connsiteY4" fmla="*/ 1464229 h 1757082"/>
              <a:gd name="connsiteX5" fmla="*/ 1840102 w 2132955"/>
              <a:gd name="connsiteY5" fmla="*/ 1757082 h 1757082"/>
              <a:gd name="connsiteX6" fmla="*/ 299833 w 2132955"/>
              <a:gd name="connsiteY6" fmla="*/ 1757082 h 1757082"/>
              <a:gd name="connsiteX7" fmla="*/ 0 w 2132955"/>
              <a:gd name="connsiteY7" fmla="*/ 954678 h 1757082"/>
              <a:gd name="connsiteX8" fmla="*/ 6980 w 2132955"/>
              <a:gd name="connsiteY8" fmla="*/ 746562 h 1757082"/>
              <a:gd name="connsiteX0" fmla="*/ 3805 w 2129780"/>
              <a:gd name="connsiteY0" fmla="*/ 746562 h 1757082"/>
              <a:gd name="connsiteX1" fmla="*/ 1252938 w 2129780"/>
              <a:gd name="connsiteY1" fmla="*/ 0 h 1757082"/>
              <a:gd name="connsiteX2" fmla="*/ 1836927 w 2129780"/>
              <a:gd name="connsiteY2" fmla="*/ 0 h 1757082"/>
              <a:gd name="connsiteX3" fmla="*/ 2129780 w 2129780"/>
              <a:gd name="connsiteY3" fmla="*/ 292853 h 1757082"/>
              <a:gd name="connsiteX4" fmla="*/ 2129780 w 2129780"/>
              <a:gd name="connsiteY4" fmla="*/ 1464229 h 1757082"/>
              <a:gd name="connsiteX5" fmla="*/ 1836927 w 2129780"/>
              <a:gd name="connsiteY5" fmla="*/ 1757082 h 1757082"/>
              <a:gd name="connsiteX6" fmla="*/ 296658 w 2129780"/>
              <a:gd name="connsiteY6" fmla="*/ 1757082 h 1757082"/>
              <a:gd name="connsiteX7" fmla="*/ 0 w 2129780"/>
              <a:gd name="connsiteY7" fmla="*/ 980078 h 1757082"/>
              <a:gd name="connsiteX8" fmla="*/ 3805 w 2129780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293483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2126605"/>
              <a:gd name="connsiteY0" fmla="*/ 746562 h 1757082"/>
              <a:gd name="connsiteX1" fmla="*/ 1249763 w 2126605"/>
              <a:gd name="connsiteY1" fmla="*/ 0 h 1757082"/>
              <a:gd name="connsiteX2" fmla="*/ 1833752 w 2126605"/>
              <a:gd name="connsiteY2" fmla="*/ 0 h 1757082"/>
              <a:gd name="connsiteX3" fmla="*/ 2126605 w 2126605"/>
              <a:gd name="connsiteY3" fmla="*/ 292853 h 1757082"/>
              <a:gd name="connsiteX4" fmla="*/ 2126605 w 2126605"/>
              <a:gd name="connsiteY4" fmla="*/ 1464229 h 1757082"/>
              <a:gd name="connsiteX5" fmla="*/ 1833752 w 2126605"/>
              <a:gd name="connsiteY5" fmla="*/ 1757082 h 1757082"/>
              <a:gd name="connsiteX6" fmla="*/ 1255508 w 2126605"/>
              <a:gd name="connsiteY6" fmla="*/ 1757082 h 1757082"/>
              <a:gd name="connsiteX7" fmla="*/ 0 w 2126605"/>
              <a:gd name="connsiteY7" fmla="*/ 986428 h 1757082"/>
              <a:gd name="connsiteX8" fmla="*/ 630 w 2126605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2126605 w 3113194"/>
              <a:gd name="connsiteY3" fmla="*/ 292853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337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57082"/>
              <a:gd name="connsiteX1" fmla="*/ 1249763 w 3113194"/>
              <a:gd name="connsiteY1" fmla="*/ 0 h 1757082"/>
              <a:gd name="connsiteX2" fmla="*/ 1859152 w 3113194"/>
              <a:gd name="connsiteY2" fmla="*/ 0 h 1757082"/>
              <a:gd name="connsiteX3" fmla="*/ 3113194 w 3113194"/>
              <a:gd name="connsiteY3" fmla="*/ 786148 h 1757082"/>
              <a:gd name="connsiteX4" fmla="*/ 3113194 w 3113194"/>
              <a:gd name="connsiteY4" fmla="*/ 970934 h 1757082"/>
              <a:gd name="connsiteX5" fmla="*/ 1833752 w 3113194"/>
              <a:gd name="connsiteY5" fmla="*/ 1757082 h 1757082"/>
              <a:gd name="connsiteX6" fmla="*/ 1255508 w 3113194"/>
              <a:gd name="connsiteY6" fmla="*/ 1757082 h 1757082"/>
              <a:gd name="connsiteX7" fmla="*/ 0 w 3113194"/>
              <a:gd name="connsiteY7" fmla="*/ 986428 h 1757082"/>
              <a:gd name="connsiteX8" fmla="*/ 630 w 3113194"/>
              <a:gd name="connsiteY8" fmla="*/ 746562 h 1757082"/>
              <a:gd name="connsiteX0" fmla="*/ 630 w 3113194"/>
              <a:gd name="connsiteY0" fmla="*/ 746562 h 1760257"/>
              <a:gd name="connsiteX1" fmla="*/ 1249763 w 3113194"/>
              <a:gd name="connsiteY1" fmla="*/ 0 h 1760257"/>
              <a:gd name="connsiteX2" fmla="*/ 1859152 w 3113194"/>
              <a:gd name="connsiteY2" fmla="*/ 0 h 1760257"/>
              <a:gd name="connsiteX3" fmla="*/ 3113194 w 3113194"/>
              <a:gd name="connsiteY3" fmla="*/ 786148 h 1760257"/>
              <a:gd name="connsiteX4" fmla="*/ 3113194 w 3113194"/>
              <a:gd name="connsiteY4" fmla="*/ 970934 h 1760257"/>
              <a:gd name="connsiteX5" fmla="*/ 1849627 w 3113194"/>
              <a:gd name="connsiteY5" fmla="*/ 1760257 h 1760257"/>
              <a:gd name="connsiteX6" fmla="*/ 1255508 w 3113194"/>
              <a:gd name="connsiteY6" fmla="*/ 1757082 h 1760257"/>
              <a:gd name="connsiteX7" fmla="*/ 0 w 3113194"/>
              <a:gd name="connsiteY7" fmla="*/ 986428 h 1760257"/>
              <a:gd name="connsiteX8" fmla="*/ 630 w 3113194"/>
              <a:gd name="connsiteY8" fmla="*/ 746562 h 1760257"/>
              <a:gd name="connsiteX0" fmla="*/ 204 w 3115943"/>
              <a:gd name="connsiteY0" fmla="*/ 778312 h 1760257"/>
              <a:gd name="connsiteX1" fmla="*/ 1252512 w 3115943"/>
              <a:gd name="connsiteY1" fmla="*/ 0 h 1760257"/>
              <a:gd name="connsiteX2" fmla="*/ 1861901 w 3115943"/>
              <a:gd name="connsiteY2" fmla="*/ 0 h 1760257"/>
              <a:gd name="connsiteX3" fmla="*/ 3115943 w 3115943"/>
              <a:gd name="connsiteY3" fmla="*/ 786148 h 1760257"/>
              <a:gd name="connsiteX4" fmla="*/ 3115943 w 3115943"/>
              <a:gd name="connsiteY4" fmla="*/ 970934 h 1760257"/>
              <a:gd name="connsiteX5" fmla="*/ 1852376 w 3115943"/>
              <a:gd name="connsiteY5" fmla="*/ 1760257 h 1760257"/>
              <a:gd name="connsiteX6" fmla="*/ 1258257 w 3115943"/>
              <a:gd name="connsiteY6" fmla="*/ 1757082 h 1760257"/>
              <a:gd name="connsiteX7" fmla="*/ 2749 w 3115943"/>
              <a:gd name="connsiteY7" fmla="*/ 986428 h 1760257"/>
              <a:gd name="connsiteX8" fmla="*/ 204 w 3115943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7853 h 1760257"/>
              <a:gd name="connsiteX8" fmla="*/ 630 w 3116369"/>
              <a:gd name="connsiteY8" fmla="*/ 778312 h 1760257"/>
              <a:gd name="connsiteX0" fmla="*/ 630 w 3116369"/>
              <a:gd name="connsiteY0" fmla="*/ 778312 h 1760257"/>
              <a:gd name="connsiteX1" fmla="*/ 1252938 w 3116369"/>
              <a:gd name="connsiteY1" fmla="*/ 0 h 1760257"/>
              <a:gd name="connsiteX2" fmla="*/ 1862327 w 3116369"/>
              <a:gd name="connsiteY2" fmla="*/ 0 h 1760257"/>
              <a:gd name="connsiteX3" fmla="*/ 3116369 w 3116369"/>
              <a:gd name="connsiteY3" fmla="*/ 786148 h 1760257"/>
              <a:gd name="connsiteX4" fmla="*/ 3116369 w 3116369"/>
              <a:gd name="connsiteY4" fmla="*/ 970934 h 1760257"/>
              <a:gd name="connsiteX5" fmla="*/ 1852802 w 3116369"/>
              <a:gd name="connsiteY5" fmla="*/ 1760257 h 1760257"/>
              <a:gd name="connsiteX6" fmla="*/ 1258683 w 3116369"/>
              <a:gd name="connsiteY6" fmla="*/ 1757082 h 1760257"/>
              <a:gd name="connsiteX7" fmla="*/ 0 w 3116369"/>
              <a:gd name="connsiteY7" fmla="*/ 950264 h 1760257"/>
              <a:gd name="connsiteX8" fmla="*/ 630 w 3116369"/>
              <a:gd name="connsiteY8" fmla="*/ 778312 h 176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6369" h="1760257">
                <a:moveTo>
                  <a:pt x="630" y="778312"/>
                </a:moveTo>
                <a:cubicBezTo>
                  <a:pt x="630" y="616574"/>
                  <a:pt x="1091200" y="0"/>
                  <a:pt x="1252938" y="0"/>
                </a:cubicBezTo>
                <a:lnTo>
                  <a:pt x="1862327" y="0"/>
                </a:lnTo>
                <a:cubicBezTo>
                  <a:pt x="2024065" y="0"/>
                  <a:pt x="3116369" y="624410"/>
                  <a:pt x="3116369" y="786148"/>
                </a:cubicBezTo>
                <a:lnTo>
                  <a:pt x="3116369" y="970934"/>
                </a:lnTo>
                <a:cubicBezTo>
                  <a:pt x="3116369" y="1132672"/>
                  <a:pt x="2014540" y="1760257"/>
                  <a:pt x="1852802" y="1760257"/>
                </a:cubicBezTo>
                <a:lnTo>
                  <a:pt x="1258683" y="1757082"/>
                </a:lnTo>
                <a:cubicBezTo>
                  <a:pt x="1096945" y="1757082"/>
                  <a:pt x="0" y="1112002"/>
                  <a:pt x="0" y="950264"/>
                </a:cubicBezTo>
                <a:cubicBezTo>
                  <a:pt x="1268" y="872425"/>
                  <a:pt x="-638" y="856151"/>
                  <a:pt x="630" y="778312"/>
                </a:cubicBezTo>
                <a:close/>
              </a:path>
            </a:pathLst>
          </a:custGeom>
          <a:solidFill>
            <a:schemeClr val="accent1">
              <a:alpha val="134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1244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13209</TotalTime>
  <Words>24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Gil-Ad Kishony</dc:creator>
  <cp:lastModifiedBy>Gil-Ad Kishony</cp:lastModifiedBy>
  <cp:revision>3</cp:revision>
  <dcterms:created xsi:type="dcterms:W3CDTF">2025-11-14T09:07:58Z</dcterms:created>
  <dcterms:modified xsi:type="dcterms:W3CDTF">2025-11-23T13:17:32Z</dcterms:modified>
</cp:coreProperties>
</file>